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Titre Diapo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 de test avec suffisamment de texte pour depasser le seuil de caracteres et ne pas declencher une alerte.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 vide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